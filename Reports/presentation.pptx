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0832252-5177-4EC4-8B7E-AE77ACF59F72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79" autoAdjust="0"/>
  </p:normalViewPr>
  <p:slideViewPr>
    <p:cSldViewPr showGuides="1">
      <p:cViewPr>
        <p:scale>
          <a:sx n="70" d="100"/>
          <a:sy n="70" d="100"/>
        </p:scale>
        <p:origin x="1166" y="230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1/11/2026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1/11/2026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0057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8662D-F43F-8E4D-274B-D53CFB982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7F523-5AF5-8C7C-DC9E-162BA7168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C12A8-2327-AB61-0781-E27125FE6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9123A-8F90-D547-F909-ED9DF4424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0594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CD534-7190-9EF0-F341-9903B592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C09FB-D649-C357-8D3F-217A26492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385F7-A125-8311-C637-9541FB0A9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9D689-820A-9F51-841B-7BB5AE602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24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End-to-End Retail Performance &amp; Behavioral Analytics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en-US" b="1" dirty="0"/>
              <a:t>					</a:t>
            </a:r>
            <a:r>
              <a:rPr lang="en-US" sz="3200" b="1" dirty="0"/>
              <a:t>Presented by: Aneesh Kari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55938-41AD-B4FF-1C63-5346C4A2B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7104856" cy="659160"/>
          </a:xfrm>
        </p:spPr>
        <p:txBody>
          <a:bodyPr/>
          <a:lstStyle/>
          <a:p>
            <a:r>
              <a:rPr lang="en-IN" dirty="0"/>
              <a:t>Problem Statement &amp; 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80233-CD5C-C782-E3BF-2BB1C99A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CF0B6-6FC9-BFEB-6E13-9D472722B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340768"/>
            <a:ext cx="9679682" cy="521243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Problem Statement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US" dirty="0"/>
              <a:t>Retail businesses generate large volumes of sales and customer data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US" dirty="0"/>
              <a:t>Lack of consolidated analytics makes it difficult to:</a:t>
            </a:r>
          </a:p>
          <a:p>
            <a:pPr marL="708660" lvl="1" indent="-342900">
              <a:buFont typeface="Wingdings" panose="05000000000000000000" pitchFamily="2" charset="2"/>
              <a:buChar char="Ø"/>
            </a:pPr>
            <a:r>
              <a:rPr lang="en-US" dirty="0"/>
              <a:t>Track sales performance</a:t>
            </a:r>
          </a:p>
          <a:p>
            <a:pPr marL="708660" lvl="1" indent="-342900">
              <a:buFont typeface="Wingdings" panose="05000000000000000000" pitchFamily="2" charset="2"/>
              <a:buChar char="Ø"/>
            </a:pPr>
            <a:r>
              <a:rPr lang="en-US" dirty="0"/>
              <a:t>Understand customer behavior</a:t>
            </a:r>
          </a:p>
          <a:p>
            <a:pPr marL="708660" lvl="1" indent="-342900">
              <a:buFont typeface="Wingdings" panose="05000000000000000000" pitchFamily="2" charset="2"/>
              <a:buChar char="Ø"/>
            </a:pPr>
            <a:r>
              <a:rPr lang="en-US" dirty="0"/>
              <a:t>Identify product and store inefficiencies</a:t>
            </a:r>
          </a:p>
          <a:p>
            <a:r>
              <a:rPr lang="en-US" b="1" dirty="0"/>
              <a:t>Project Objectives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US" dirty="0"/>
              <a:t>Analyze sales performance across time, region, and channel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US" dirty="0"/>
              <a:t>Segment customers based on demographics and value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US" dirty="0"/>
              <a:t>Evaluate product profitability and return behavior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US" dirty="0"/>
              <a:t>Assess store-level performance and operational efficiency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US" dirty="0"/>
              <a:t>Build interactive dashboards for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80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DAD36-B666-A47C-0FDE-A4F1F8CB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8689032" cy="515144"/>
          </a:xfrm>
        </p:spPr>
        <p:txBody>
          <a:bodyPr/>
          <a:lstStyle/>
          <a:p>
            <a:r>
              <a:rPr lang="en-IN" dirty="0"/>
              <a:t>Data &amp;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E4E627-C4B8-1F12-5CFE-5BD2430F1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D7400-FD1B-1D5E-690B-73BBF2774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196752"/>
            <a:ext cx="9463658" cy="5356448"/>
          </a:xfrm>
        </p:spPr>
        <p:txBody>
          <a:bodyPr>
            <a:normAutofit fontScale="85000" lnSpcReduction="20000"/>
          </a:bodyPr>
          <a:lstStyle/>
          <a:p>
            <a:r>
              <a:rPr lang="en-IN" sz="1900" b="1" dirty="0"/>
              <a:t>Data Sources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IN" dirty="0"/>
              <a:t>Sales data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IN" dirty="0"/>
              <a:t>Customer data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IN" dirty="0"/>
              <a:t>Product data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IN" dirty="0"/>
              <a:t>Store data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IN" dirty="0"/>
              <a:t>Returns data</a:t>
            </a:r>
          </a:p>
          <a:p>
            <a:r>
              <a:rPr lang="en-IN" sz="1900" b="1" dirty="0"/>
              <a:t>Methodology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IN" dirty="0"/>
              <a:t>Data cleaning and preprocessing using Excel &amp; Python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IN" dirty="0"/>
              <a:t>Exploratory Data Analysis (EDA)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IN" dirty="0"/>
              <a:t>Relational database design using SQL Server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IN" dirty="0"/>
              <a:t>SQL-based business analysis</a:t>
            </a:r>
          </a:p>
          <a:p>
            <a:pPr marL="331470" indent="-285750">
              <a:buFont typeface="Courier New" panose="02070309020205020404" pitchFamily="49" charset="0"/>
              <a:buChar char="o"/>
            </a:pPr>
            <a:r>
              <a:rPr lang="en-IN" dirty="0"/>
              <a:t>Interactive dashboard creation using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6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05E63-FA9C-3E85-1B15-4D01EABF0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7752928" cy="803176"/>
          </a:xfrm>
        </p:spPr>
        <p:txBody>
          <a:bodyPr/>
          <a:lstStyle/>
          <a:p>
            <a:r>
              <a:rPr lang="en-IN" dirty="0"/>
              <a:t>Database Design (ER Diagram)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2FA5AD-64BA-FAF9-5CA6-A010A91E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AC6949-BDD1-F446-ABE7-51C9D9F9D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397" y="1412776"/>
            <a:ext cx="5652119" cy="4968552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F10B21-2B30-863D-DE77-8268C02AC91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413893" y="1412776"/>
            <a:ext cx="4536504" cy="4680520"/>
          </a:xfrm>
        </p:spPr>
        <p:txBody>
          <a:bodyPr/>
          <a:lstStyle/>
          <a:p>
            <a:pPr marL="45720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Sales table acts as the central   fact table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Dimension tables: Customers, Products, Stores, Returns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Primary and foreign keys ensure referential integrity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563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AD05-C03F-D09B-0F32-A634FEB62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8401000" cy="587152"/>
          </a:xfrm>
        </p:spPr>
        <p:txBody>
          <a:bodyPr>
            <a:normAutofit/>
          </a:bodyPr>
          <a:lstStyle/>
          <a:p>
            <a:r>
              <a:rPr lang="en-IN" dirty="0"/>
              <a:t>Sales Overview Insights</a:t>
            </a:r>
            <a:endParaRPr lang="en-IN" sz="27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559468-02A8-D0EC-0D19-0B0541E33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374058-3A5E-CD92-5F10-7B94F4DD0621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909836" y="3408851"/>
            <a:ext cx="5367338" cy="3024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010F479-36E4-31E3-792C-FB81285B5E2C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4"/>
          <a:stretch>
            <a:fillRect/>
          </a:stretch>
        </p:blipFill>
        <p:spPr>
          <a:xfrm>
            <a:off x="6382444" y="3408851"/>
            <a:ext cx="5367338" cy="30243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629CBD1-ABF5-BD18-D813-AB19452C85BF}"/>
              </a:ext>
            </a:extLst>
          </p:cNvPr>
          <p:cNvSpPr txBox="1"/>
          <p:nvPr/>
        </p:nvSpPr>
        <p:spPr>
          <a:xfrm>
            <a:off x="1125860" y="1416612"/>
            <a:ext cx="6312767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Revenue shows variation across time with visible trends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In-store sales contribute more revenue than online sales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Channel-level analysis highlights growth opportunities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354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A892F-696A-8E5C-F8E6-019FD814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5A0D4-277B-4B81-22A1-7AC23593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8401000" cy="587152"/>
          </a:xfrm>
        </p:spPr>
        <p:txBody>
          <a:bodyPr>
            <a:normAutofit/>
          </a:bodyPr>
          <a:lstStyle/>
          <a:p>
            <a:r>
              <a:rPr lang="en-IN" dirty="0"/>
              <a:t>Customer &amp; Product Insights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AF95BE-4844-9A2A-FB13-45172F37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5AAD7C-1B61-2CD6-A512-B48A5425CE0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836" y="3408851"/>
            <a:ext cx="5367338" cy="3024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DFB60E2-CA64-ADDA-5516-36BC10059F88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2444" y="3408851"/>
            <a:ext cx="5367338" cy="30243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F5ACE35-A396-D30B-6B9B-F23297BB2C50}"/>
              </a:ext>
            </a:extLst>
          </p:cNvPr>
          <p:cNvSpPr txBox="1"/>
          <p:nvPr/>
        </p:nvSpPr>
        <p:spPr>
          <a:xfrm>
            <a:off x="1125860" y="1416612"/>
            <a:ext cx="6312767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Certain age groups contribute significantly higher revenue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Customer segmentation helps identify high-value customers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Product categories vary in profitability and return behavior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461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86A6B-7D04-2A44-1826-40584E95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E8444-01F0-B676-D501-CC71DACB7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424813"/>
            <a:ext cx="8401000" cy="627923"/>
          </a:xfrm>
        </p:spPr>
        <p:txBody>
          <a:bodyPr>
            <a:normAutofit/>
          </a:bodyPr>
          <a:lstStyle/>
          <a:p>
            <a:r>
              <a:rPr lang="en-IN" dirty="0"/>
              <a:t>Store &amp; Return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19D661-F60D-5B63-F678-870C63792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7CEAE1-CA89-1401-821B-C09CA9C0FB5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836" y="3212976"/>
            <a:ext cx="5367338" cy="32202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864CC98-126D-DC8A-762B-AD04394D15A1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2444" y="3212976"/>
            <a:ext cx="5367338" cy="32202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582FD04-13C0-F357-81C0-F0BDFAE5E24D}"/>
              </a:ext>
            </a:extLst>
          </p:cNvPr>
          <p:cNvSpPr txBox="1"/>
          <p:nvPr/>
        </p:nvSpPr>
        <p:spPr>
          <a:xfrm>
            <a:off x="1125861" y="1168565"/>
            <a:ext cx="6120679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Store profitability varies significantly across locations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Some stores incur high operating costs with lower profit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Return trends help identify quality and operational issues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56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6FA9-CDC2-AFCC-002A-F2D8575F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6384776" cy="731168"/>
          </a:xfrm>
        </p:spPr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846FC1-9A7A-3C6A-5FAA-CC56B279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BA0A3-D62D-B393-2840-D53B57AC9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484784"/>
            <a:ext cx="7879482" cy="5068416"/>
          </a:xfrm>
        </p:spPr>
        <p:txBody>
          <a:bodyPr>
            <a:normAutofit/>
          </a:bodyPr>
          <a:lstStyle/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Revenue shows noticeable variation across time with seasonal trends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In-store sales contribute a higher share of revenue than online sales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Certain customer age groups generate significantly higher revenue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 small number of stores contribute a large portion of total profit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Product profitability and return rates vary across categories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Return behavior differs by region, indicating operational differences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9557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BFB11-31F8-3313-6476-7C034E408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9B126-0030-3D33-A441-66B9EB7A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6384776" cy="731168"/>
          </a:xfrm>
        </p:spPr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4EE1C5-0337-70BA-383E-B85905C9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56C4C-339A-CA87-491E-BD933F1B7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484784"/>
            <a:ext cx="7879482" cy="5068416"/>
          </a:xfrm>
        </p:spPr>
        <p:txBody>
          <a:bodyPr>
            <a:normAutofit/>
          </a:bodyPr>
          <a:lstStyle/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Focus marketing efforts on high-value customer age groups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Strengthen in-store strategies while improving online channel performance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Optimize underperforming stores with high operating costs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Review products with high return rates for quality or pricing issues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Use data-driven dashboards for continuous performance monitoring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141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64C5-7FAA-4558-47FF-3CFCDEBF6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FA7B2-EC20-79E9-86A5-610EB0782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6384776" cy="731168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B0225D-D039-7CD2-62FF-F5CAA8797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8D4E3-D6DE-F7E0-9F97-BF8E85CF7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484784"/>
            <a:ext cx="7879482" cy="5068416"/>
          </a:xfrm>
        </p:spPr>
        <p:txBody>
          <a:bodyPr>
            <a:normAutofit/>
          </a:bodyPr>
          <a:lstStyle/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Developed an end-to-end retail analytics solution using SQL and Power BI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Analyzed sales performance, customer behavior, product profitability, and returns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Created interactive dashboards to support data-driven decision-making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The solution provides a scalable foundation for future business analysis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799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2BE3-E4EA-824D-EB51-DB489A0F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 for your time and attention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61471-872B-7B35-22D0-ECA952FA69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IN" dirty="0"/>
              <a:t> </a:t>
            </a:r>
            <a:r>
              <a:rPr lang="en-IN" sz="3200" dirty="0"/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31392148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Business strategy slides</Template>
  <TotalTime>121</TotalTime>
  <Words>408</Words>
  <Application>Microsoft Office PowerPoint</Application>
  <PresentationFormat>Custom</PresentationFormat>
  <Paragraphs>78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Courier New</vt:lpstr>
      <vt:lpstr>Palatino Linotype</vt:lpstr>
      <vt:lpstr>Wingdings</vt:lpstr>
      <vt:lpstr>Custom</vt:lpstr>
      <vt:lpstr>End-to-End Retail Performance &amp; Behavioral Analytics </vt:lpstr>
      <vt:lpstr>Problem Statement &amp; Objectives</vt:lpstr>
      <vt:lpstr>Data &amp; Methodology</vt:lpstr>
      <vt:lpstr>Database Design (ER Diagram)</vt:lpstr>
      <vt:lpstr>Sales Overview Insights</vt:lpstr>
      <vt:lpstr>Customer &amp; Product Insights</vt:lpstr>
      <vt:lpstr>Store &amp; Return Analysis</vt:lpstr>
      <vt:lpstr>Key Findings</vt:lpstr>
      <vt:lpstr>Recommendations</vt:lpstr>
      <vt:lpstr>Conclusion</vt:lpstr>
      <vt:lpstr>Thank you for your time and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KARI ANEESH</dc:creator>
  <cp:lastModifiedBy>KARI ANEESH</cp:lastModifiedBy>
  <cp:revision>1</cp:revision>
  <dcterms:created xsi:type="dcterms:W3CDTF">2026-01-11T10:43:38Z</dcterms:created>
  <dcterms:modified xsi:type="dcterms:W3CDTF">2026-01-11T12:44:41Z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